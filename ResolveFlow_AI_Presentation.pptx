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CONTINUOUS ASSESSMENT 3 (CA-3) • AGENTIC AI PROOF OF CONCEPT</a:t>
            </a:r>
          </a:p>
          <a:p>
            <a:pPr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ResolveFlow AI</a:t>
            </a:r>
          </a:p>
          <a:p>
            <a:pPr>
              <a:spcAft>
                <a:spcPts val="2800"/>
              </a:spcAft>
              <a:defRPr sz="2000">
                <a:solidFill>
                  <a:srgbClr val="CBD5E1"/>
                </a:solidFill>
              </a:defRPr>
            </a:pPr>
            <a:r>
              <a:t>A Multi-Agent AI System for E-Commerce Customer Complaint Triage and Autonomous Resolution</a:t>
            </a:r>
          </a:p>
          <a:p>
            <a:pPr>
              <a:defRPr sz="1300">
                <a:solidFill>
                  <a:srgbClr val="059669"/>
                </a:solidFill>
              </a:defRPr>
            </a:pPr>
            <a:r>
              <a:t>Domain: E-Commerce &amp; Retail Operations | Architecture: 5 Collaborative Agents + Deterministic Tool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Project Team / Presenter(s): Candidate Student Team | Date: October 2026 | Technology: Python, Streamlit, Multi-Agent State Machine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RESOLVEFLOW AI • CA-3 AGENTIC AI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Real-World Business Challenge: E-Commerce Support Inefficiencies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1. Slow Response Times</a:t>
            </a:r>
          </a:p>
          <a:p>
            <a:pPr>
              <a:defRPr sz="2800" b="1">
                <a:solidFill>
                  <a:srgbClr val="2563EB"/>
                </a:solidFill>
              </a:defRPr>
            </a:pPr>
            <a:r>
              <a:t>12 – 48 Hours</a:t>
            </a:r>
          </a:p>
          <a:p>
            <a:pPr>
              <a:spcAft>
                <a:spcPts val="1800"/>
              </a:spcAft>
              <a:defRPr sz="1000" b="1">
                <a:solidFill>
                  <a:srgbClr val="64748B"/>
                </a:solidFill>
              </a:defRPr>
            </a:pPr>
            <a:r>
              <a:t>AVERAGE SUPPORT BACKLOG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Manual tier-1 ticket sorting and carrier checking creates severe customer dissatisfaction, negative reviews, and high churn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2. Failure of Static Chatbots</a:t>
            </a:r>
          </a:p>
          <a:p>
            <a:pPr>
              <a:defRPr sz="2800" b="1">
                <a:solidFill>
                  <a:srgbClr val="2563EB"/>
                </a:solidFill>
              </a:defRPr>
            </a:pPr>
            <a:r>
              <a:t>73% Frustration</a:t>
            </a:r>
          </a:p>
          <a:p>
            <a:pPr>
              <a:spcAft>
                <a:spcPts val="1800"/>
              </a:spcAft>
              <a:defRPr sz="1000" b="1">
                <a:solidFill>
                  <a:srgbClr val="64748B"/>
                </a:solidFill>
              </a:defRPr>
            </a:pPr>
            <a:r>
              <a:t>BOT ABANDONMENT RATE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Traditional rule-based chatbots cannot verify order status, calculate restocking fees, query carrier APIs, or execute reverse logistics RMA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45920"/>
            <a:ext cx="32918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9202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172A"/>
                </a:solidFill>
              </a:defRPr>
            </a:pPr>
            <a:r>
              <a:t>3. Rampant Return &amp; Policy Fraud</a:t>
            </a:r>
          </a:p>
          <a:p>
            <a:pPr>
              <a:defRPr sz="2800" b="1">
                <a:solidFill>
                  <a:srgbClr val="2563EB"/>
                </a:solidFill>
              </a:defRPr>
            </a:pPr>
            <a:r>
              <a:t>₹8,000 Cr+ Lost</a:t>
            </a:r>
          </a:p>
          <a:p>
            <a:pPr>
              <a:spcAft>
                <a:spcPts val="1800"/>
              </a:spcAft>
              <a:defRPr sz="1000" b="1">
                <a:solidFill>
                  <a:srgbClr val="64748B"/>
                </a:solidFill>
              </a:defRPr>
            </a:pPr>
            <a:r>
              <a:t>ANNUAL RETAIL RETURN ABUSE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Serial returners and false 'empty box' claims exploit manual staff who lack real-time fraud velocity scoring and carrier signature cross-checks.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RESOLVEFLOW AI • CA-3 AGENTIC AI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Domain Justification &amp; Why Agentic AI is Essential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Why E-Commerce Operations?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High-Volume, Rule-Rich Environment: E-commerce complaints must strictly comply with product return windows, sanitary laws (FDA hygiene), and carrier SLA rules.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Deterministic Tool Dependency: Resolving an order is not just text generation; it requires database lookups, financial refund math, and reverse courier bookings.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Measurable Business ROI: Automating tier-1 triage cuts operational costs by 80% and reduces resolution latency from 24 hours to sub-100 milliseconds.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59669"/>
                </a:solidFill>
              </a:defRPr>
            </a:pPr>
            <a:r>
              <a:t>ResolveFlow AI's Paradigm Shift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Multi-Agent Division of Labor: Dedicated agents for Triage, Telemetry Research, Tool Execution, Critic Auditing, and Communication.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Self-Correction &amp; Critic Gate: Critic agent actively audits preliminary proposals, flags synthetic fraud, and enforces Human-in-the-Loop (HITL) safety.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Zero Hallucination Guarantee: Hard business rules (return eligibility, restocking percentages, carrier tracking) executed via deterministic Python tool layer.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End-to-End Enterprise Integration: Generates live webhook payloads for Stripe refund execution and courier dispatch.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RESOLVEFLOW AI • CA-3 AGENTIC AI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Multi-Agent System Architecture &amp; Specialization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9164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6459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Triage &amp; Planner Agent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Extracts Order ID, infers sentiment and urgency level, and dynamically decomposes the complaint into structured milestones.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42032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679192"/>
            <a:ext cx="548640" cy="548640"/>
          </a:xfrm>
          <a:prstGeom prst="ellipse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633472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OMS &amp; Research Agent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Queries synthetic enterprise Order Management System (OMS), customer lifetime return history, and live carrier tracking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9584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3666744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621024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Resolution Executor Agent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Applies deterministic business tools: verifies category return windows, calculates refunds &amp; restocking fees, and reserves inventory.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17136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4654296"/>
            <a:ext cx="548640" cy="5486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608576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Critic &amp; Fraud Auditor Agent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Audits proposed remedy for policy violations, scores customer abuse velocity (0-100), and overrules auto-refunds on high fraud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04688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5641848"/>
            <a:ext cx="548640" cy="548640"/>
          </a:xfrm>
          <a:prstGeom prst="ellipse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5961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Communication Agent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Drafts empathetic, personalized customer responses with tone adjustments, and outputs live ERP/Stripe transactional webhook payloads.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RESOLVEFLOW AI • CA-3 AGENTIC AI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Orchestration, Reflection &amp; Human-in-the-Loop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10149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How Agents Collaborate, Reflect and Guard Decisions: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1. Dynamic Milestone Planning: The Planner avoids rigid prompt chaining by decomposing complaints based on inferred customer emotional state and stated intent.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2. Ground-Truth Telemetry Binding: The Research Agent binds real database states (e.g. delivery date, carrier scan logs) into the context memory before any policy decision is formulated.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3. Deterministic Policy Calculation: The Executor invokes pure-Python business tools to determine mathematical eligibility (e.g., 7-day electronics return window, restocking fee).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4. The Critic Reflection Gate (Self-Correction): The Critic checks the Executor's proposal against both policy rules and customer fraud history. If fraud score &gt;= 60, it halts automation and triggers a Human-in-the-Loop (HITL) escalation.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5. Automated Transaction Fulfillment: Upon approval, the Communication Agent formats customer-ready communication and dispatches enterprise ERP / payment refund webhooks.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RESOLVEFLOW AI • CA-3 AGENTIC AI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Proof of Concept Demonstration: 5 Benchmark Scenarios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  <a:gridCol w="2286000"/>
                <a:gridCol w="1645920"/>
                <a:gridCol w="2560320"/>
              </a:tblGrid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Customer Complaint Case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Agent Invocations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Fraud Risk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System Verdict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Scenario 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Damaged Headphones within 7-day window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Planner, OMS, Policy, Critic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Low (10/100)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Auto-Approved Replacement + RMA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Scenario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Espresso Machine delayed in transit (Delhivery)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OMS, Carrier Tool, Compensator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Low (15/100)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Carrier Trace + ₹500 Delay Credit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Scenario 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Cosmetics returned after 38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Policy Engine, Restocking Tool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Low (5/100)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Polite Refusal + 15% Goodwill Code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Scenario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₹1.76L Laptop Stolen Claim (Serial Returner)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Fraud Detector, Signature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Critical (88/100)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OVERRULED: Escalated to Supervisor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Scenario 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Platinum VIP Wrong Boot Size Shipped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VIP Concierge Tool, Courier Swap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Very Low (0/100)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White-Glove Courier Exchange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RESOLVEFLOW AI • CA-3 AGENTIC AI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Output Validation, Ethical Safeguards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59669"/>
                </a:solidFill>
              </a:defRPr>
            </a:pPr>
            <a:r>
              <a:t>Validation &amp; Ethical Guardrails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100% Policy Conformity: Deterministic validation guarantees no hallucinated refund promises; category rules are programmatically enforced.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Anti-Bias &amp; Fair Treatment: Fraud scoring is based strictly on objective behavioral metrics (return velocity, signature conflicts, claim frequency), avoiding demographic bias.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Auditability &amp; Explainability: Every agent step produces structured trace logs, tool invocation arguments, and critic justification memos.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Human-in-the-Loop Safeguard: High-consequence decisions (&gt; ₹25,000 stolen claims, serial return anomalies) are never automated without human supervisor sign-off.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DC2626"/>
                </a:solidFill>
              </a:defRPr>
            </a:pPr>
            <a:r>
              <a:t>Current Limitations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Multimodal Damage Inspection: Current PoC simulates photo damage verification; future version requires Computer Vision (CLIP / Vision LLMs) to grade damage severity.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Live ERP / Carrier Integration: Operates on synthetic OMS and carrier telemetry; requires production REST API bridges to FedEx / Shopify / SAP.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Multi-Turn Negotiation: PoC resolves single complaint tickets; edge cases involving back-and-forth counter-offers require conversational memory threads.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RESOLVEFLOW AI • CA-3 AGENTIC AI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Scope, Enterprise Roadmap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Key Takeaways &amp; Enterprise Impact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Transformed Business Process: Resolving e-commerce complaints shifts from a multi-day human queue to an autonomous, verified sub-second workflow.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Collaborative Agent Advantage: The synergy of Planning, Research, Tool Execution, and Critic Oversight delivers unmatched accuracy and enterprise trust.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Next-Generation Roadmap: Integrating Multimodal Image Verification, Model Context Protocol (MCP) microservices, and live webhook integrations.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</a:defRPr>
            </a:pPr>
            <a:r>
              <a:t>• Measurable Bottom-Line Value: Reduces support headcount overhead by 70%, stops over ₹1,000 Cr in policy abuse, and boosts customer retention NPS.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